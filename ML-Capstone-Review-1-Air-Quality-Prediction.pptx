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ygada 1918 Bold"/>
      <p:regular r:id="rId201314"/>
    </p:embeddedFont>
    <p:embeddedFont>
      <p:font typeface="Montserrat Bold"/>
      <p:regular r:id="rId201315"/>
    </p:embeddedFont>
    <p:embeddedFont>
      <p:font typeface="Montserrat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D15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95" y="133747"/>
            <a:ext cx="4393495" cy="6590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6254" y="1815505"/>
            <a:ext cx="6371073" cy="11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ML Capstone Review 1: Air Quality Prediction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196254" y="3272334"/>
            <a:ext cx="6371073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Progress review for regression and classification tracks. Team: Adithya, Adwit, Tharun.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196254" y="4043759"/>
            <a:ext cx="6371073" cy="998736"/>
          </a:xfrm>
          <a:prstGeom prst="roundRect">
            <a:avLst>
              <a:gd name="adj" fmla="val 2680"/>
            </a:avLst>
          </a:prstGeom>
          <a:solidFill>
            <a:srgbClr val="8026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644" y="4294684"/>
            <a:ext cx="222939" cy="1783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75974" y="4266704"/>
            <a:ext cx="561296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Minimalist academic style • Clean white background • Subtle blue/green accents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961059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Scope &amp; Review 1 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24368" y="2793603"/>
            <a:ext cx="3528726" cy="1617166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/>
        </p:spPr>
      </p:sp>
      <p:sp>
        <p:nvSpPr>
          <p:cNvPr id="4" name="Text 2"/>
          <p:cNvSpPr/>
          <p:nvPr/>
        </p:nvSpPr>
        <p:spPr>
          <a:xfrm>
            <a:off x="802759" y="2971998"/>
            <a:ext cx="317194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Regression Track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02759" y="3376315"/>
            <a:ext cx="3171944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EDA, preprocessing, feature engineering, regression models &amp; evaluation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31485" y="2793603"/>
            <a:ext cx="3528726" cy="1617166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/>
        </p:spPr>
      </p:sp>
      <p:sp>
        <p:nvSpPr>
          <p:cNvPr id="7" name="Text 5"/>
          <p:cNvSpPr/>
          <p:nvPr/>
        </p:nvSpPr>
        <p:spPr>
          <a:xfrm>
            <a:off x="4509875" y="2971998"/>
            <a:ext cx="317194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Classification Part 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09875" y="3376315"/>
            <a:ext cx="3171944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prep, five classifiers, comparison &amp; class-wise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38601" y="2793603"/>
            <a:ext cx="3528726" cy="1617166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/>
        </p:spPr>
      </p:sp>
      <p:sp>
        <p:nvSpPr>
          <p:cNvPr id="10" name="Text 8"/>
          <p:cNvSpPr/>
          <p:nvPr/>
        </p:nvSpPr>
        <p:spPr>
          <a:xfrm>
            <a:off x="8216992" y="2971998"/>
            <a:ext cx="317194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Deliverables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16992" y="3376315"/>
            <a:ext cx="3171944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Notebooks, visuals, model comparison tables, rubric alignment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368" y="4611489"/>
            <a:ext cx="11552544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Max 5 bullets per slide — this card sets expectations for Review 1.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798513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Regression — Dataset &amp; EDA (Adithya)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742579"/>
            <a:ext cx="4116086" cy="41161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1966" y="2668091"/>
            <a:ext cx="6391710" cy="13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audit: shape, dtypes, missing values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Feature distributions &amp; outlier inspection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Correlation heatmap &amp; feature–target relationships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insight placeholders (to be filled from notebook)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81966" y="4197449"/>
            <a:ext cx="6391710" cy="695523"/>
          </a:xfrm>
          <a:prstGeom prst="roundRect">
            <a:avLst>
              <a:gd name="adj" fmla="val 3848"/>
            </a:avLst>
          </a:prstGeom>
          <a:solidFill>
            <a:srgbClr val="8026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357" y="4467423"/>
            <a:ext cx="222939" cy="1783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1687" y="4402534"/>
            <a:ext cx="6243184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Placeholder: Notebook screenshot of EDA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14052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Regression — Preprocessing &amp; Baselines (Adithya)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458119"/>
            <a:ext cx="4684992" cy="4685109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50873" y="1625501"/>
          <a:ext cx="9143771" cy="914400"/>
        </p:xfrm>
        <a:graphic>
          <a:graphicData uri="http://schemas.openxmlformats.org/drawingml/2006/table">
            <a:tbl>
              <a:tblPr/>
              <a:tblGrid>
                <a:gridCol w="2911402"/>
                <a:gridCol w="2911402"/>
              </a:tblGrid>
              <a:tr h="51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Task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Status / Notes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803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Missing value handling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Imputed / documented strategy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5183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Encoding &amp; scaling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One-hot / StandardScaler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803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Train-test split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Time-aware / random (notebook note)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800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Baseline models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Linear, Ridge, Lasso, ElasticNet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750873" y="5280223"/>
            <a:ext cx="5822804" cy="695523"/>
          </a:xfrm>
          <a:prstGeom prst="roundRect">
            <a:avLst>
              <a:gd name="adj" fmla="val 3848"/>
            </a:avLst>
          </a:prstGeom>
          <a:solidFill>
            <a:srgbClr val="8026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263" y="5550198"/>
            <a:ext cx="222939" cy="17839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30593" y="5485309"/>
            <a:ext cx="5674278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Placeholder: Baseline metrics table image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798513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Advanced Regression Models (Adwit)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742579"/>
            <a:ext cx="4116086" cy="41161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1966" y="3185418"/>
            <a:ext cx="6391710" cy="13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Models implemented: Polynomial, Decision Tree, Random Forest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Also: Gradient Boosting, SVR, KNN Regression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Focus: performance improvement and robustness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Placeholder: code snippet / model training timeline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02146"/>
            <a:ext cx="10942959" cy="438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Regression Evaluation &amp; Analysis (Adwit)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0958" y="1244005"/>
            <a:ext cx="8509779" cy="3894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6928" y="4039457"/>
            <a:ext cx="1597643" cy="656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Pred vs Actual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343460" y="4203602"/>
            <a:ext cx="1597643" cy="328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Residuals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4340935" y="4203602"/>
            <a:ext cx="1597643" cy="328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Tuning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2294639" y="4203602"/>
            <a:ext cx="1597643" cy="328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Metrics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24368" y="5309295"/>
            <a:ext cx="11552544" cy="25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 emphasises: standard metrics, tuning, residual diagnostics, and selection of best model.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368" y="5732760"/>
            <a:ext cx="10942959" cy="623094"/>
          </a:xfrm>
          <a:prstGeom prst="roundRect">
            <a:avLst>
              <a:gd name="adj" fmla="val 3960"/>
            </a:avLst>
          </a:prstGeom>
          <a:solidFill>
            <a:srgbClr val="8026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69" y="5946676"/>
            <a:ext cx="205576" cy="1644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8747" y="5925443"/>
            <a:ext cx="10853764" cy="25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Placeholder: Residual and Predicted vs Actual plots (notebook)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798513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Classification — Data Prep &amp; Analysis (Tharun)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742579"/>
            <a:ext cx="4116086" cy="4116189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966" y="2216348"/>
          <a:ext cx="9143771" cy="914400"/>
        </p:xfrm>
        <a:graphic>
          <a:graphicData uri="http://schemas.openxmlformats.org/drawingml/2006/table">
            <a:tbl>
              <a:tblPr/>
              <a:tblGrid>
                <a:gridCol w="3195855"/>
                <a:gridCol w="3195855"/>
              </a:tblGrid>
              <a:tr h="51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Step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803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Dataset audit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Missing values, features selected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5183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Class distribution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Imbalance checks &amp; strategies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5183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Preprocessing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Encoding, scaling, split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800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Placeholder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Notebook screenshot of preprocessing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8415" marR="178415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776809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Classification Models (Tharun)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2609354"/>
            <a:ext cx="565037" cy="565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2344" y="2609354"/>
            <a:ext cx="1780535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Logistic Regression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12344" y="3311029"/>
            <a:ext cx="178053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Baseline linear classifier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818" y="2609354"/>
            <a:ext cx="565037" cy="5650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793" y="2609354"/>
            <a:ext cx="1780535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KNN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03793" y="3013670"/>
            <a:ext cx="178053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Instance-based approach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267" y="2609354"/>
            <a:ext cx="565037" cy="5650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95243" y="2609354"/>
            <a:ext cx="1780535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Gaussian NB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995243" y="3013670"/>
            <a:ext cx="178053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Fast probabilistic model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717" y="2609354"/>
            <a:ext cx="565037" cy="5650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6693" y="2609354"/>
            <a:ext cx="1780634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Decision Tree &amp; SVM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6693" y="3311029"/>
            <a:ext cx="1780634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Nonlinear and margin-based classifiers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24368" y="4367808"/>
            <a:ext cx="10942959" cy="713383"/>
          </a:xfrm>
          <a:prstGeom prst="roundRect">
            <a:avLst>
              <a:gd name="adj" fmla="val 3751"/>
            </a:avLst>
          </a:prstGeom>
          <a:solidFill>
            <a:srgbClr val="80260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59" y="4618732"/>
            <a:ext cx="222939" cy="1783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4089" y="4590752"/>
            <a:ext cx="10794432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Placeholder: Confusion matrix and classification report images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600075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Classification Evaluation (Tharun)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544141"/>
            <a:ext cx="5253898" cy="3781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68" y="5526683"/>
            <a:ext cx="5253898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Placeholder values — replace with notebook results before final review.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319779" y="1503958"/>
            <a:ext cx="5253898" cy="13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Metrics: Accuracy, Weighted F1, Confusion Matrix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Class-wise performance analysis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Decision thresholds &amp; calibration checks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 placeholders for confusion matrices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12663"/>
            <a:ext cx="10942959" cy="44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Team Progress, Integration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4368" y="1272183"/>
            <a:ext cx="334458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4368" y="1537395"/>
            <a:ext cx="5393099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5" name="Text 3"/>
          <p:cNvSpPr/>
          <p:nvPr/>
        </p:nvSpPr>
        <p:spPr>
          <a:xfrm>
            <a:off x="624368" y="1659037"/>
            <a:ext cx="5393099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Notebook integration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368" y="2031901"/>
            <a:ext cx="5393099" cy="25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Merge individual notebooks; ensure reproducible runs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4228" y="1272183"/>
            <a:ext cx="334458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4228" y="1537395"/>
            <a:ext cx="5393099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9" name="Text 7"/>
          <p:cNvSpPr/>
          <p:nvPr/>
        </p:nvSpPr>
        <p:spPr>
          <a:xfrm>
            <a:off x="6174228" y="1659037"/>
            <a:ext cx="5393099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Finalize comparisons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174228" y="2031901"/>
            <a:ext cx="5393099" cy="25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Compile model comparison tables and select top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368" y="2573337"/>
            <a:ext cx="334458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368" y="2838549"/>
            <a:ext cx="5393099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3" name="Text 11"/>
          <p:cNvSpPr/>
          <p:nvPr/>
        </p:nvSpPr>
        <p:spPr>
          <a:xfrm>
            <a:off x="624368" y="2960191"/>
            <a:ext cx="5393099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Visuals &amp; Documentation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4368" y="3333055"/>
            <a:ext cx="5393099" cy="25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 plots, add captions, complete markdown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4228" y="2573337"/>
            <a:ext cx="334458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4228" y="2838549"/>
            <a:ext cx="5393099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7" name="Text 15"/>
          <p:cNvSpPr/>
          <p:nvPr/>
        </p:nvSpPr>
        <p:spPr>
          <a:xfrm>
            <a:off x="6174228" y="2960191"/>
            <a:ext cx="5393099" cy="278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Final review prep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174228" y="3333055"/>
            <a:ext cx="5393099" cy="25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Prepare slides, sanity-check metrics, GitHub commit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368" y="3894138"/>
            <a:ext cx="11552544" cy="25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Responsibilities summary: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368" y="4329807"/>
          <a:ext cx="9143771" cy="914400"/>
        </p:xfrm>
        <a:graphic>
          <a:graphicData uri="http://schemas.openxmlformats.org/drawingml/2006/table">
            <a:tbl>
              <a:tblPr/>
              <a:tblGrid>
                <a:gridCol w="3611177"/>
                <a:gridCol w="3611177"/>
                <a:gridCol w="3720606"/>
              </a:tblGrid>
              <a:tr h="463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Adithya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7264" marR="167264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Adwit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7264" marR="167264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Tharun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7264" marR="167264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  <a:tr h="7224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EDA, preprocessing, regression baselines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7264" marR="167264" marT="6350" marB="6350" anchor="ctr">
                    <a:lnL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Advanced regressors, tuning, residual analysis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7264" marR="167264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CA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Classification prep, models, evaluation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67264" marR="167264" marT="6350" marB="6350" anchor="ctr">
                    <a:lnL w="12700" cap="flat" cmpd="sng" algn="ctr">
                      <a:solidFill>
                        <a:srgbClr val="5C2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359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438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24368" y="5704681"/>
            <a:ext cx="10942959" cy="640655"/>
          </a:xfrm>
          <a:prstGeom prst="roundRect">
            <a:avLst>
              <a:gd name="adj" fmla="val 3916"/>
            </a:avLst>
          </a:prstGeom>
          <a:solidFill>
            <a:srgbClr val="80260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47" y="5928320"/>
            <a:ext cx="209049" cy="167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67775" y="5903218"/>
            <a:ext cx="10841957" cy="25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Next meeting: present updated notebooks and final model selection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2026-09-17T19:56:09Z</dcterms:created>
  <dcterms:modified xsi:type="dcterms:W3CDTF">2026-09-17T19:56:09Z</dcterms:modified>
</cp:coreProperties>
</file>